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88136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Fermi motion in untagged J/ψ photoproduction on the deuteron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 i="0">
                <a:solidFill>
                  <a:srgbClr val="C9D8EE"/>
                </a:solidFill>
                <a:latin typeface="Calibri"/>
              </a:rPr>
              <a:t>Bremsstrahlung beam from the 5 cm target  ·  spectator model of the deuteron  ·  yield ratio to a free neutron at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9D8EE"/>
                </a:solidFill>
                <a:latin typeface="Calibri"/>
              </a:rPr>
              <a:t>V. Kubarovsky, Jefferson Lab   ·   27 September 2026   ·   generator exclurad_py, branch jpsi-fermi, module generator/photo.py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0.994 ± 0.0003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9D8EE"/>
                </a:solidFill>
                <a:latin typeface="Calibri"/>
              </a:rPr>
              <a:t>yield per neutron, deuteron / free neutron, E_γ &gt; 8.6 GeV: Fermi motion changes it by less than 1 %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20624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2.55 %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502920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9D8EE"/>
                </a:solidFill>
                <a:latin typeface="Calibri"/>
              </a:rPr>
              <a:t>of the J/ψ yield on the deuteron comes from photons below the free threshold 8.20 GeV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206240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60 M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029200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9D8EE"/>
                </a:solidFill>
                <a:latin typeface="Calibri"/>
              </a:rPr>
              <a:t>three 20 M-event samples (deuteron, free n, free p), 35 minutes on ten cores, zero majorant violations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mbria"/>
              </a:rPr>
              <a:t>The generator: untagged photoproduction γ N → J/ψ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5F636B"/>
                </a:solidFill>
                <a:latin typeface="Calibri"/>
              </a:rPr>
              <a:t>No scattered electron in the event. The beam radiates in the target, the photon strikes a nucleon, the final state is written to LUND.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62456"/>
            <a:ext cx="5486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Calibri"/>
              </a:rPr>
              <a:t>Photon energy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E_γ drawn from the bremsstrahlung spectrum, Tsai thin-target shape × Schiff endpoint factor, 6.5–10.6 GeV (tabulated inverse CDF)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92808"/>
            <a:ext cx="54864" cy="329184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85416"/>
            <a:ext cx="5486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Calibri"/>
              </a:rPr>
              <a:t>Target nucleon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at rest, or AV18 spectator momentum p_s: struck nucleon (M_D − E_s, −p_s) with off-shell mass m*; draw rejected if m* &lt; 0.10 GeV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15768"/>
            <a:ext cx="54864" cy="329184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08376"/>
            <a:ext cx="5486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Calibri"/>
              </a:rPr>
              <a:t>Accept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s = (k + p_N)²; accept with σ_tot(s) · (1 − β_z) / w_max. σ_tot tabulated once; w_max is the strict head-on maximum, so no overweights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538728"/>
            <a:ext cx="54864" cy="329184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31336"/>
            <a:ext cx="5486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Calibri"/>
              </a:rPr>
              <a:t>t and φ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t from the exact inverse cumulative of dσ/dt at this s (401 points, physical limits), φ uniform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361688"/>
            <a:ext cx="54864" cy="329184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470916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654296"/>
            <a:ext cx="5486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Calibri"/>
              </a:rPr>
              <a:t>Kinematics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J/ψ and recoil built in the γN centre of mass, boosted with the actual photon and nucleon four-vectors: k + p_D = J/ψ + N′ + p_s to 10⁻⁹ GeV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184648"/>
            <a:ext cx="54864" cy="329184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3212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532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77256"/>
            <a:ext cx="5486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72B2"/>
                </a:solidFill>
                <a:latin typeface="Calibri"/>
              </a:rPr>
              <a:t>Output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LUND: beam pid 22 with E_γ in the header, target 2112 / 1000010020, J/ψ → e⁺e⁻, recoil, spectator, vertex z along the cell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1417320"/>
            <a:ext cx="4800600" cy="16002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1508760"/>
            <a:ext cx="452628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What is assumed on the hadron side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the electroproduction model at Q² = 0: in the Hand convention σ_T(Q²=0) is the real-photon dσ/dt, so nothing new is assumed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neutron model jpsin.roberts2026 = proton model relabelled, σ_n = σ_p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deuteron machinery of the fermi branch reused unchanged (generator/fermi.py)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3154680"/>
            <a:ext cx="4800600" cy="16002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246120"/>
            <a:ext cx="452628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Validation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four-momentum conservation 5.5 × 10⁻⁹ GeV (the LUND precision), spectator on shell to 3 × 10⁻¹⁶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free-proton E_γ spectrum vs n_γ(E_γ) σ_tot(W): χ²/ndf = 22.1/23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t′ slope at 9.5 GeV: 1.64 vs the model’s 1.67 GeV⁻²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speed 0.09 ms/event free nucleon, 0.65 ms/event deuteron (one core)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4892040"/>
            <a:ext cx="4800600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4983479"/>
            <a:ext cx="452628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Run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python3 -m exclurad_py.generator.photo card.txt --jobs 10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key = value card: model, ebeam, kmin/kmax, t range, nev, seed, fermi, fermi_mstar_min, target length and X₀, vz, maj_safety, outroot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config.json per run: photons per electron, ⟨σ⟩, yield per electron per nucleon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mbria"/>
              </a:rPr>
              <a:t>Photon beam: thin-target bremsstrahlung and the endpoint</a:t>
            </a:r>
          </a:p>
        </p:txBody>
      </p:sp>
      <p:pic>
        <p:nvPicPr>
          <p:cNvPr id="3" name="Picture 2" descr="fig_fl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400330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16636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257800"/>
            <a:ext cx="333756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072B2"/>
                </a:solidFill>
                <a:latin typeface="Calibri"/>
              </a:rPr>
              <a:t>Spectrum (Tsai, thin target)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dN/dE_γ = (X/X₀)(1/E_γ)[4/3(1−y)+y²]·S(E_γ), y = E_γ/E₀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X = L/2: vertex density ∝ upstream thickness; LD₂ 3.25 × 10⁻³, LH₂ 2.81 × 10⁻³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1.44 × 10⁻³ photons/e in 6.5–10.6 GeV, 0.77 × 10⁻³ above threshold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5166360"/>
            <a:ext cx="3977639" cy="12344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5257800"/>
            <a:ext cx="370332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072B2"/>
                </a:solidFill>
                <a:latin typeface="Calibri"/>
              </a:rPr>
              <a:t>Endpoint: complete screening is wrong there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q_min = m_e²E_γ/2EE′ outgrows 1/a_s as E′ → 0: screening switches off and Schiff’s bracket ln M + 1 − (2/b)arctan b falls through zero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S(E_γ) = Schiff intermediate screening / complete-screening limit; screening radius = Bohr radius, 137 λ_C, for H and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5166360"/>
            <a:ext cx="3337560" cy="12344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5257800"/>
            <a:ext cx="3063240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072B2"/>
                </a:solidFill>
                <a:latin typeface="Calibri"/>
              </a:rPr>
              <a:t>Size of the correction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S = 0.97 / 0.91 / 0.77 / 0.58 / 0.36 at 300 / 100 / 30 / 10 / 3 MeV below E₀; zero at 0.42 MeV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−1.24 % of the photons in 6.5–10.6 GeV; the last 100 MeV of the spectrum reshaped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not included, each ≈ 1 MeV: dE/dx before radiating, beam spread, e–e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mbria"/>
              </a:rPr>
              <a:t>Fermi motion: plane-wave spectator model with the AV18 deuteron</a:t>
            </a:r>
          </a:p>
        </p:txBody>
      </p:sp>
      <p:pic>
        <p:nvPicPr>
          <p:cNvPr id="3" name="Picture 2" descr="av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00800" cy="294882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206240"/>
          <a:ext cx="6949440" cy="15910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1737360"/>
                <a:gridCol w="1097280"/>
                <a:gridCol w="1188720"/>
                <a:gridCol w="1188720"/>
                <a:gridCol w="914400"/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E_γ [GeV]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configurations above threshold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⟨p_s⟩ [MeV/c]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p_s &gt; 300 MeV/c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removed by floor 0.30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floor 0.10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0.88 %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60.8 %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2.9 %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0.11 %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4.44 %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18.3 %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0.7 %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0.04 %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24.6 %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4.4 %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0.17 %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0.01 %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8.2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2.6 %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0.10 %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0.01 %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97.3 %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1.9 %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0.06 %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0.00 %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6949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5F636B"/>
                </a:solidFill>
                <a:latin typeface="Calibri"/>
              </a:rPr>
              <a:t>Kinematics of the struck neutron for a photon along +z, AV18 unweighted (200 000 configurations): near threshold the high-momentum tail is the signal, so the m* floor was lowered from the π⁰/η value 0.30 GeV to 0.10 GeV.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097280"/>
            <a:ext cx="3977639" cy="52120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188720"/>
            <a:ext cx="370332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0072B2"/>
                </a:solidFill>
                <a:latin typeface="Calibri"/>
              </a:rPr>
              <a:t>Prescription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deuteron at rest; spectator on shell, p_s from AV18 (S + D), isotropic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struck nucleon p_N = (M_D − E_s, −p_s), off shell: m*² = p_N² &lt; M_n²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s = m*² + 2E_γ(E_N − p_N,z): a neutron running toward the photon raises s, one running away lowers it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cross section evaluated at the free-nucleon mass and the event’s invariants; m* enters only where the event is built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the free threshold 8.20 GeV is no threshold: γd → J/ψ n p opens at 5.66 GeV; generated range starts at 6.5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floor m* ≥ 0.10 GeV: removes 0.01 % of the draws, bounds the boost to the struck-nucleon frame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not included: FSI, coherent production, off-shell modification of the amplitude, D-wave tensor structure, σ_n ≠ σ_p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mbria"/>
              </a:rPr>
              <a:t>Cross section model: roberts2026 against the CLAS12 data</a:t>
            </a:r>
          </a:p>
        </p:txBody>
      </p:sp>
      <p:pic>
        <p:nvPicPr>
          <p:cNvPr id="3" name="Picture 2" descr="fi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589520" cy="331709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321040" y="1097280"/>
            <a:ext cx="3429000" cy="33375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1188720"/>
            <a:ext cx="3154680" cy="31546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Model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σ_tot = A (W − W_th)^α · exp[−B (W − W_th)]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A = 1.018 nb, α = 0.707, B = −0.928 GeV⁻¹, W_th = M_N + M_J/ψ = 4.036 GeV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dσ/dt = σ_tot · b · exp(b t′), b = 1.67 GeV⁻², t′ = t − t_min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d ln σ/dW = 2.7 GeV⁻¹ at 10 GeV and diverges at threshold: shifts of s of 10⁻¹ GeV² are visible in the yield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|t|_min = 1.8 / 0.62 / 0.36 GeV² at 8.5 / 9.5 / 10.5 GeV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17720"/>
            <a:ext cx="7589520" cy="16916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09159"/>
            <a:ext cx="731520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D55500"/>
                </a:solidFill>
                <a:latin typeface="Calibri"/>
              </a:rPr>
              <a:t>Against CLAS12 (Chatagnon et al. 2026, arXiv:2602.22128, Appendix A)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total cross section described within errors from threshold to 9.6 GeV; at 9.7–10.5 GeV the data lie 20–30 % above the curve, 1–2 σ per point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 dependence: single exponential compatible with the data at |t| ≲ 2 GeV²; the points at 3–4 GeV² are a factor 2–3 above it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the Fermi-motion ratio depends only on the slope of σ(W) near threshold, not on the normalisation; a refit of A, α, B, b is the next step for absolute yields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617720"/>
            <a:ext cx="342900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Why this shape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Near threshold σ ∝ (W − W_th)^0.7: convex and steep. That is what makes the deuteron yield sensitive to two small effects of opposite sign, binding and the flux-factor correlation (next slide).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mbria"/>
              </a:rPr>
              <a:t>Result: J/ψ yield per neutron, deuteron over free neutron at rest</a:t>
            </a:r>
          </a:p>
        </p:txBody>
      </p:sp>
      <p:pic>
        <p:nvPicPr>
          <p:cNvPr id="3" name="Picture 2" descr="fig_yield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772400" cy="32280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321040" y="1051560"/>
            <a:ext cx="3429000" cy="3246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1143000"/>
            <a:ext cx="3154680" cy="3063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Two effects of 4 %, opposite sign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weight = n_γ(E_γ) · n(p_s) · (1 − β_z) · σ(s)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binding: E_N = M_D − E_s = 0.933 &lt; M_n, m* &lt; M_n, so ⟨s⟩ at fixed E_γ is lower by 0.16 GeV² (W by 18 MeV): −4 to −5 %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flux factor (1 − β_z): the Møller relative velocity of the moving neutron; averages to 1 but is correlated with s: +4 %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net: between 0.99 and 1.00 at every E_γ above 8.6 GeV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526280"/>
          <a:ext cx="4937760" cy="17282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1828800"/>
                <a:gridCol w="17373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E_γ [GeV]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without flux factor</a:t>
                      </a:r>
                    </a:p>
                  </a:txBody>
                  <a:tcPr marL="54864" marR="54864" marT="18288" marB="18288" anchor="ctr">
                    <a:solidFill>
                      <a:srgbClr val="1F2A4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8.2–8.4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1.776 ± 0.005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8.4–8.6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1.088 ± 0.002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1.015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8.6–9.0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0.999 ± 0.001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9.0–9.5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0.990 ± 0.001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0.952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9.5–10.0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0.993 ± 0.001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10.0–10.6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0.996 ± 0.001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0.968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577840" y="4526280"/>
            <a:ext cx="6172200" cy="17830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4617720"/>
            <a:ext cx="589788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9E73"/>
                </a:solidFill>
                <a:latin typeface="Calibri"/>
              </a:rPr>
              <a:t>What it means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above 8.6 GeV a generator without Fermi motion is as good as one with it, to better than 1 % at every photon energy; mean 0.9944 ± 0.0003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within 400 MeV of threshold the ratio is 1.09 and 1.78; below 8.20 GeV only the deuteron produces J/ψ: the threshold of σ(W) is smeared over ± 300 MeV and must be unfolded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the first samples lacked the flux factor and gave 0.96: the cancellation is real and easy to miss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mbria"/>
              </a:rPr>
              <a:t>J/ψ below the free threshold</a:t>
            </a:r>
          </a:p>
        </p:txBody>
      </p:sp>
      <p:pic>
        <p:nvPicPr>
          <p:cNvPr id="3" name="Picture 2" descr="fig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772400" cy="32316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321040" y="1051560"/>
            <a:ext cx="3429000" cy="3246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1143000"/>
            <a:ext cx="3154680" cy="3063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Numbers (20 M deuteron events)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2.55 % of the yield below 8.20 GeV, 1.41 % below 8.0, 0.33 % below 7.5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1.02 × 10⁻⁵ nb × photons/e per neutron below threshold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13 282 / 52 273 / 216 927 / 227 595 events in 6.5–7.0 / 7.0–7.5 / 7.5–8.0 / 8.0–8.2 GeV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falls by an order of magnitude per 500 MeV: AV18 tail folded with the threshold rise of σ(W)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26280"/>
            <a:ext cx="4937760" cy="17830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17720"/>
            <a:ext cx="466344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D55500"/>
                </a:solidFill>
                <a:latin typeface="Calibri"/>
              </a:rPr>
              <a:t>Reliability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depends on exactly what is least certain: the AV18 tail beyond 300 MeV/c, the off-shell prescription, the absence of FSI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read the sub-threshold yield as the plane-wave expectation, good to a factor of about two, not to percent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4526280"/>
            <a:ext cx="6172200" cy="17830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4617720"/>
            <a:ext cx="589788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9E73"/>
                </a:solidFill>
                <a:latin typeface="Calibri"/>
              </a:rPr>
              <a:t>Consequences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any threshold measurement on deuterium sees a smeared threshold; the generator provides the response to unfold it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 below threshold: the events sit at the edge of phase space, |t|_min is large and the distribution is compressed toward it; the slope of a sub-threshold sample is not the elementary b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the observable handle is the spectator proton (next slide)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mbria"/>
              </a:rPr>
              <a:t>The spectator proton tags the sub-threshold events</a:t>
            </a:r>
          </a:p>
        </p:txBody>
      </p:sp>
      <p:pic>
        <p:nvPicPr>
          <p:cNvPr id="3" name="Picture 2" descr="fig_spect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36515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89204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983479"/>
            <a:ext cx="33375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Above threshold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⟨p_s⟩ = 99 MeV/c, 4.4 % above 300 MeV/c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⟨m*⟩ = 0.915 GeV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the bulk of AV18; the spectator is mostly undetectable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4892040"/>
            <a:ext cx="3977639" cy="14630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4983479"/>
            <a:ext cx="37033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D55500"/>
                </a:solidFill>
                <a:latin typeface="Calibri"/>
              </a:rPr>
              <a:t>Below threshold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all: ⟨p_s⟩ = 229 MeV/c, 26 % above 300 MeV/c, ⟨m*⟩ = 0.84 GeV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below 8.0 GeV: 278 MeV/c, 36 %; below 7.5 GeV: 400 MeV/c, 68 %, ⟨m*⟩ = 0.71 GeV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a fast proton at large angle: inside the CLAS12 acceptance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892040"/>
            <a:ext cx="3337560" cy="14630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4983479"/>
            <a:ext cx="30632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9E73"/>
                </a:solidFill>
                <a:latin typeface="Calibri"/>
              </a:rPr>
              <a:t>In the sample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the spectator is written in every deuteron LUND event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the floor m* ≥ 0.10 GeV removes 0.01 % of the draws, invisible in every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mbria"/>
              </a:rPr>
              <a:t>Do we need radiative corrections for photoproduction?</a:t>
            </a:r>
          </a:p>
        </p:txBody>
      </p:sp>
      <p:pic>
        <p:nvPicPr>
          <p:cNvPr id="3" name="Picture 2" descr="flux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3559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09160"/>
            <a:ext cx="50292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F636B"/>
                </a:solidFill>
                <a:latin typeface="Calibri"/>
              </a:rPr>
              <a:t>Untagged 10.6 GeV electrons on a thin target: the quasi-real virtual photons of electroproduction with the electron undetected (equivalent-photon flux, Q² below 0.05–0.2 GeV²) outnumber the bremsstrahlung photons from the target by 8 to 11. The real CLAS12 sample is mostly quasi-real electroproduction.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097280"/>
            <a:ext cx="5989320" cy="15544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97880" y="1188720"/>
            <a:ext cx="57150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1 · Real-photon process γN → J/ψ N: no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no lepton in the initial state, hence no initial-state radiation; the hadronic vertex corrections are absorbed in the measured σ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what remains are flux corrections: endpoint (done), dE/dx before radiating, beam spread, thick-target multi-photon — each ≲ 1 % and only at the tip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788920"/>
            <a:ext cx="5989320" cy="17830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2880360"/>
            <a:ext cx="57150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D55500"/>
                </a:solidFill>
                <a:latin typeface="Calibri"/>
              </a:rPr>
              <a:t>2 · J/ψ → e⁺e⁻(γ) final-state radiation: yes, in every mode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leading-log estimate: 21 % of the decays have m_ee &lt; 3.0 GeV, 16 % below 2.9 GeV (μ⁺μ⁻: 7.5 % and 5.6 %)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moves events out of a tight mass window and distorts the peak; GEMC does not radiate, so the generator must (PHOTOS-like decay radiation, channel independent)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this is the radiative correction that matters for photoproduction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4709160"/>
            <a:ext cx="5989320" cy="16459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4800600"/>
            <a:ext cx="57150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9E73"/>
                </a:solidFill>
                <a:latin typeface="Calibri"/>
              </a:rPr>
              <a:t>3 · The actual CLAS12 configuration: electroproduction with RC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90 % of the untagged photons are virtual: use the electro path of exclurad_py (Q² → Q²_min, electron not required) with its radiative tail; the electron ISR/FSR changes the effective flux by a few %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for the Fermi-motion ratio it is irrelevant: the flux cancels. photo.py remains the right tool for the bremsstrahlung part and for tagged real-photon beams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mbria"/>
              </a:rPr>
              <a:t>Photon energy from the final state: Eq. 10 of Liu et al., PRC 109, 065206</a:t>
            </a:r>
          </a:p>
        </p:txBody>
      </p:sp>
      <p:pic>
        <p:nvPicPr>
          <p:cNvPr id="3" name="Picture 2" descr="jpsi_egamma_estim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668508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01000" y="1005840"/>
            <a:ext cx="3749039" cy="21488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1097280"/>
            <a:ext cx="347472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072B2"/>
                </a:solidFill>
                <a:latin typeface="Calibri"/>
              </a:rPr>
              <a:t>Exact: spectator proton on shell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E_γ = [(E_ψ+E_n−M_d)² − |p_ψ+p_n|² − M_p²] / 2(E_ψ+E_n−p_zψ−p_zn−M_d)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no Fermi-motion model; gives p_s and m* of the struck neutron event by event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quasi-real photon: + 0.53 Q² (5 MeV at Q² = 0.01, 50 MeV at 0.1)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3291840"/>
            <a:ext cx="3749039" cy="30175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3383280"/>
            <a:ext cx="3474720" cy="28346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D55500"/>
                </a:solidFill>
                <a:latin typeface="Calibri"/>
              </a:rPr>
              <a:t>The other prescriptions (rms vs true E_γ)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E_ψ + E_n − M_n: −12 ± 24 MeV (spectator kinetic + binding energy)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p_zψ + p_zn: −38 ± 85 MeV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J/ψ alone, neutron at rest: +40 ± 196 MeV, +250 next to threshold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(s − M_n²)/2M_n: +245 ± 667 MeV — not an estimator of E_γ, it is the free-neutron energy for the measured W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with resolution (J/ψ 1 %, neutron 10 %) Eq. 10 and the energy sum both give 135 MeV: the neutron momentum limits both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mbria"/>
              </a:rPr>
              <a:t>W rules the cross section; E_γ is a label on the deuteron</a:t>
            </a:r>
          </a:p>
        </p:txBody>
      </p:sp>
      <p:pic>
        <p:nvPicPr>
          <p:cNvPr id="3" name="Picture 2" descr="jpsi_Eeff_vs_E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152050" cy="3246120"/>
          </a:xfrm>
          <a:prstGeom prst="rect">
            <a:avLst/>
          </a:prstGeom>
        </p:spPr>
      </p:pic>
      <p:pic>
        <p:nvPicPr>
          <p:cNvPr id="4" name="Picture 3" descr="jpsi_effective_flux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43400"/>
            <a:ext cx="4740963" cy="2011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005840"/>
            <a:ext cx="3749039" cy="26517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097280"/>
            <a:ext cx="3474720" cy="24688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072B2"/>
                </a:solidFill>
                <a:latin typeface="Calibri"/>
              </a:rPr>
              <a:t>What the plots show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one lab E_γ feeds a band of W: 0.13 GeV rms (0.6–0.7 GeV in photon-energy units); mean 40–50 MeV above the free line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photons of 6.7–8.2 GeV produce the reaction at W = 4.17–4.22 GeV, the W of a 9 GeV photon on a free neutron: only the photon is sub-threshold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19 % of the events lie beyond the free-nucleon endpoint E₀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3794760"/>
            <a:ext cx="3749039" cy="2560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3886200"/>
            <a:ext cx="3474720" cy="23774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09E73"/>
                </a:solidFill>
                <a:latin typeface="Calibri"/>
              </a:rPr>
              <a:t>Recipe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E_γ and p_s from Eq. 10; select |p_s| &lt; 0.15 GeV/c (84 %, m* within 26 MeV of M_n)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bin in W from p_ψ + p_n; divide by the effective flux Φ_d(W) from the generator: 2–3 % below the free flux up to 9 GeV, 10–40 % at the endpoint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quote ⟨E_γ⟩ ± rms per W bin as a second column; show proton data at the same W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systematics: prescription spread (10⁻³), wave function in Φ_d, stability of σ against p_s (pole limit)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Cambria"/>
              </a:rPr>
              <a:t>Conclusion: do we need a Monte Carlo with Fermi motion?</a:t>
            </a:r>
          </a:p>
        </p:txBody>
      </p:sp>
      <p:pic>
        <p:nvPicPr>
          <p:cNvPr id="3" name="Picture 2" descr="fig_ere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223760" cy="30549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051560"/>
            <a:ext cx="3886200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1143000"/>
            <a:ext cx="361188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9E73"/>
                </a:solidFill>
                <a:latin typeface="Calibri"/>
              </a:rPr>
              <a:t>No, for the yield at the true E_γ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above 8.6 GeV a free-neutron generator gives the yield per neutron to better than 1 % in every bin, and the same t distribution at the true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606040"/>
            <a:ext cx="3886200" cy="27432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697480"/>
            <a:ext cx="361188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D55500"/>
                </a:solidFill>
                <a:latin typeface="Calibri"/>
              </a:rPr>
              <a:t>Yes, for everything an analysis measures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E_γ from the J/ψ alone (neutron at rest): smeared by 196 MeV rms above 8.6 GeV, shifted +120 MeV in 8.6–9.0 and +250 MeV next to threshold; 23–45 % of events move by more than 150 MeV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 from the reconstructed photon: 0.24 GeV² rms, comparable to 1/b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threshold region (ratio 1.09 and 1.78), the 2.55 % below it, spectator protons, exclusivity-cut efficiencies: all Fermi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713232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0072B2"/>
                </a:solidFill>
                <a:latin typeface="Calibri"/>
              </a:rPr>
              <a:t>Bottom line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Generate deuterium with Fermi motion always: it costs 0.65 ms per event and passes every acceptance test. The free-neutron sample keeps one role, the cross-check that isolates the effect. In the E_γ bins of the CLAS12 analysis (150–450 MeV wide) the migration from Fermi motion is larger than the detector resolution.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94960"/>
            <a:ext cx="1129284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486400"/>
            <a:ext cx="1101851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072B2"/>
                </a:solidFill>
                <a:latin typeface="Calibri"/>
              </a:rPr>
              <a:t>Next steps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present σ(γn → J/ψ n) against W with Φ_d(W) from this generator  ·  J/ψ → e⁺e⁻γ decay radiation (15–20 % of decays below 3.0 GeV)  ·  flux factor (1 − β_z) in the electroproduction Fermi path  ·  refit A, α, B, b to the CLAS12 tables  ·  quasi-real electro twin with RC for absolute yields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V. Kubarovsky · Fermi motion in untagged J/ψ photoproduction · 27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5F63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